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62" r:id="rId2"/>
    <p:sldId id="259" r:id="rId3"/>
    <p:sldId id="260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38" autoAdjust="0"/>
    <p:restoredTop sz="94660" autoAdjust="0"/>
  </p:normalViewPr>
  <p:slideViewPr>
    <p:cSldViewPr snapToGrid="0">
      <p:cViewPr varScale="1">
        <p:scale>
          <a:sx n="74" d="100"/>
          <a:sy n="74" d="100"/>
        </p:scale>
        <p:origin x="55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36" d="100"/>
          <a:sy n="36" d="100"/>
        </p:scale>
        <p:origin x="225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282539-CE0E-48CC-B874-F10FF6CEC27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022DB-754B-43ED-9B4E-2DA3BDA00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122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0E49-9BEE-41F5-AC83-19CA71C43C0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6101-DC90-4AAC-B97C-97A08E72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871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0E49-9BEE-41F5-AC83-19CA71C43C0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6101-DC90-4AAC-B97C-97A08E72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12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0E49-9BEE-41F5-AC83-19CA71C43C0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6101-DC90-4AAC-B97C-97A08E72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661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0E49-9BEE-41F5-AC83-19CA71C43C0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6101-DC90-4AAC-B97C-97A08E72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9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0E49-9BEE-41F5-AC83-19CA71C43C0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6101-DC90-4AAC-B97C-97A08E72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74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0E49-9BEE-41F5-AC83-19CA71C43C0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6101-DC90-4AAC-B97C-97A08E72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06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0E49-9BEE-41F5-AC83-19CA71C43C0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6101-DC90-4AAC-B97C-97A08E72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787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0E49-9BEE-41F5-AC83-19CA71C43C0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6101-DC90-4AAC-B97C-97A08E72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15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0E49-9BEE-41F5-AC83-19CA71C43C0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6101-DC90-4AAC-B97C-97A08E72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8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0E49-9BEE-41F5-AC83-19CA71C43C0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6101-DC90-4AAC-B97C-97A08E72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206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0E49-9BEE-41F5-AC83-19CA71C43C0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6101-DC90-4AAC-B97C-97A08E72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630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0E49-9BEE-41F5-AC83-19CA71C43C0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6101-DC90-4AAC-B97C-97A08E7219A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1644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0E49-9BEE-41F5-AC83-19CA71C43C0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6101-DC90-4AAC-B97C-97A08E72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938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0E49-9BEE-41F5-AC83-19CA71C43C0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6101-DC90-4AAC-B97C-97A08E72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660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0E49-9BEE-41F5-AC83-19CA71C43C0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6101-DC90-4AAC-B97C-97A08E72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556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0E49-9BEE-41F5-AC83-19CA71C43C0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6101-DC90-4AAC-B97C-97A08E72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8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0E49-9BEE-41F5-AC83-19CA71C43C0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6101-DC90-4AAC-B97C-97A08E72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879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16F0E49-9BEE-41F5-AC83-19CA71C43C0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26101-DC90-4AAC-B97C-97A08E72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6541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   INSURANCE CLAIM FAST-TRACK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8232" y="1853248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Subtitle: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A Faster and smarter Insurance claim process.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Presented BY: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        MAIP LEGENDS.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942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GB" b="1" dirty="0"/>
              <a:t>What is Insurance Claim Fast Track?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    Insurance </a:t>
            </a:r>
            <a:r>
              <a:rPr lang="en-GB" dirty="0"/>
              <a:t>claim fast track is a quick claim settlement process. 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   It </a:t>
            </a:r>
            <a:r>
              <a:rPr lang="en-GB" dirty="0"/>
              <a:t>reduces waiting time for customers. </a:t>
            </a:r>
          </a:p>
          <a:p>
            <a:pPr marL="0" indent="0">
              <a:buNone/>
            </a:pPr>
            <a:r>
              <a:rPr lang="en-GB" dirty="0" smtClean="0"/>
              <a:t>    </a:t>
            </a:r>
          </a:p>
          <a:p>
            <a:pPr marL="0" indent="0">
              <a:buNone/>
            </a:pPr>
            <a:r>
              <a:rPr lang="en-GB" dirty="0" smtClean="0"/>
              <a:t>    Digital </a:t>
            </a:r>
            <a:r>
              <a:rPr lang="en-GB" dirty="0"/>
              <a:t>documents are used for faster approval. </a:t>
            </a:r>
          </a:p>
          <a:p>
            <a:pPr marL="0" indent="0">
              <a:buNone/>
            </a:pPr>
            <a:r>
              <a:rPr lang="en-GB" dirty="0" smtClean="0"/>
              <a:t>    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It </a:t>
            </a:r>
            <a:r>
              <a:rPr lang="en-GB" dirty="0"/>
              <a:t>improves customer satisfaction.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501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  Benefits: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     Faster </a:t>
            </a:r>
            <a:r>
              <a:rPr lang="en-GB" dirty="0"/>
              <a:t>claim processing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     Less </a:t>
            </a:r>
            <a:r>
              <a:rPr lang="en-GB" dirty="0"/>
              <a:t>paperwork 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Easy </a:t>
            </a:r>
            <a:r>
              <a:rPr lang="en-GB" dirty="0"/>
              <a:t>online tracking </a:t>
            </a:r>
            <a:endParaRPr lang="en-GB" dirty="0" smtClean="0"/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Quick </a:t>
            </a:r>
            <a:r>
              <a:rPr lang="en-GB" dirty="0"/>
              <a:t>payment </a:t>
            </a:r>
            <a:endParaRPr lang="en-GB" dirty="0" smtClean="0"/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Better </a:t>
            </a:r>
            <a:r>
              <a:rPr lang="en-GB" dirty="0"/>
              <a:t>customer experience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80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Conclusion: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 smtClean="0"/>
              <a:t>     </a:t>
            </a:r>
            <a:r>
              <a:rPr lang="en-GB" dirty="0" smtClean="0"/>
              <a:t>Fast </a:t>
            </a:r>
            <a:r>
              <a:rPr lang="en-GB" dirty="0"/>
              <a:t>Track Insurance Claims save time and effort. </a:t>
            </a:r>
          </a:p>
          <a:p>
            <a:endParaRPr lang="en-GB" dirty="0" smtClean="0"/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Technology </a:t>
            </a:r>
            <a:r>
              <a:rPr lang="en-GB" dirty="0"/>
              <a:t>helps process claims faster and more accurately. </a:t>
            </a:r>
          </a:p>
          <a:p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    It </a:t>
            </a:r>
            <a:r>
              <a:rPr lang="en-GB" dirty="0"/>
              <a:t>provides a better experience for both customers and insurance </a:t>
            </a:r>
            <a:r>
              <a:rPr lang="en-GB" dirty="0" smtClean="0"/>
              <a:t>     companies</a:t>
            </a:r>
            <a:r>
              <a:rPr lang="en-GB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5163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                  MAIP LEGENDS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066" y="2052638"/>
            <a:ext cx="6293643" cy="4195762"/>
          </a:xfrm>
        </p:spPr>
      </p:pic>
    </p:spTree>
    <p:extLst>
      <p:ext uri="{BB962C8B-B14F-4D97-AF65-F5344CB8AC3E}">
        <p14:creationId xmlns:p14="http://schemas.microsoft.com/office/powerpoint/2010/main" val="1845533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78</TotalTime>
  <Words>127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Century Gothic</vt:lpstr>
      <vt:lpstr>Wingdings 3</vt:lpstr>
      <vt:lpstr>Ion</vt:lpstr>
      <vt:lpstr>   INSURANCE CLAIM FAST-TRACK</vt:lpstr>
      <vt:lpstr>What is Insurance Claim Fast Track?</vt:lpstr>
      <vt:lpstr>  Benefits:</vt:lpstr>
      <vt:lpstr>Conclusion:</vt:lpstr>
      <vt:lpstr>                  MAIP LEGENDS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Claim Fast-                         Track</dc:title>
  <dc:creator>Solv-IT</dc:creator>
  <cp:lastModifiedBy>Solv-IT</cp:lastModifiedBy>
  <cp:revision>8</cp:revision>
  <dcterms:created xsi:type="dcterms:W3CDTF">2026-07-31T10:47:37Z</dcterms:created>
  <dcterms:modified xsi:type="dcterms:W3CDTF">2026-07-31T12:06:11Z</dcterms:modified>
</cp:coreProperties>
</file>